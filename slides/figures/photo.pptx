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ja-JP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9" d="100"/>
          <a:sy n="79" d="100"/>
        </p:scale>
        <p:origin x="773" y="77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380D66-DE01-C10E-F5F6-121DCB3D5B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ABA6F5-20B8-C6EC-82C9-EB1AAA0478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3109E-3F69-DFE6-5A1C-204FA9D08A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タイトル スライド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231793" name="タイトル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798667542" name="字幕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ja-JP"/>
              <a:t>マスター サブタイトルの書式設定</a:t>
            </a:r>
            <a:endParaRPr/>
          </a:p>
        </p:txBody>
      </p:sp>
      <p:sp>
        <p:nvSpPr>
          <p:cNvPr id="843196564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2050844490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307374308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タイトルとコンテンツ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733611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416597046" name="コンテンツ プレースホルダー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290940269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776991113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712306636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セクション見出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47675" name="タイトル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375891586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698791776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324757814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297143027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2 つのコンテンツ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628647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067774089" name="コンテンツ プレースホルダー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871637413" name="コンテンツ プレースホルダー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654780653" name="日付プレースホルダー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222878874" name="フッター プレースホルダー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693089609" name="スライド番号プレースホルダー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比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50975" name="タイトル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690446228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855073535" name="コンテンツ プレースホルダー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534489008" name="テキスト プレースホルダー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334092308" name="コンテンツ プレースホルダー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083476714" name="日付プレースホルダー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690423911" name="フッター プレースホルダー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964294027" name="スライド番号プレースホルダー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タイトルのみ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925697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1568474370" name="日付プレースホルダー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421982736" name="フッター プレースホルダー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158961085" name="スライド番号プレースホルダー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白紙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151599" name="日付プレースホルダー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487161544" name="フッター プレースホルダー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694110002" name="スライド番号プレースホルダー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タイトル付きのコンテンツ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72972" name="タイトル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28154946" name="コンテンツ プレースホルダー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1011422522" name="テキスト プレースホルダー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1161289008" name="日付プレースホルダー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2143199510" name="フッター プレースホルダー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924801997" name="スライド番号プレースホルダー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タイトル付きの図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25952" name="タイトル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461723528" name="図プレースホルダー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ja-JP"/>
          </a:p>
        </p:txBody>
      </p:sp>
      <p:sp>
        <p:nvSpPr>
          <p:cNvPr id="766205464" name="テキスト プレースホルダー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</p:txBody>
      </p:sp>
      <p:sp>
        <p:nvSpPr>
          <p:cNvPr id="1605648396" name="日付プレースホルダー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958993651" name="フッター プレースホルダー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957266190" name="スライド番号プレースホルダー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タイトルと縦書きテキス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957745" name="タイトル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772161376" name="縦書きテキスト プレースホルダー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9064732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028171755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1791996702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縦書きタイトルと&#10;縦書きテキス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051870" name="縦書きタイトル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673567210" name="縦書きテキスト プレースホルダー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712607541" name="日付プレースホルダー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555437638" name="フッター プレースホルダー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ja-JP"/>
          </a:p>
        </p:txBody>
      </p:sp>
      <p:sp>
        <p:nvSpPr>
          <p:cNvPr id="354574244" name="スライド番号プレースホルダー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416070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ja-JP"/>
              <a:t>マスター タイトルの書式設定</a:t>
            </a:r>
            <a:endParaRPr/>
          </a:p>
        </p:txBody>
      </p:sp>
      <p:sp>
        <p:nvSpPr>
          <p:cNvPr id="2034546180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ja-JP"/>
              <a:t>マスター テキストの書式設定</a:t>
            </a:r>
            <a:endParaRPr/>
          </a:p>
          <a:p>
            <a:pPr lvl="1">
              <a:defRPr/>
            </a:pPr>
            <a:r>
              <a:rPr lang="ja-JP"/>
              <a:t>第 </a:t>
            </a:r>
            <a:r>
              <a:rPr lang="en-US"/>
              <a:t>2 </a:t>
            </a:r>
            <a:r>
              <a:rPr lang="ja-JP"/>
              <a:t>レベル</a:t>
            </a:r>
            <a:endParaRPr/>
          </a:p>
          <a:p>
            <a:pPr lvl="2">
              <a:defRPr/>
            </a:pPr>
            <a:r>
              <a:rPr lang="ja-JP"/>
              <a:t>第 </a:t>
            </a:r>
            <a:r>
              <a:rPr lang="en-US"/>
              <a:t>3 </a:t>
            </a:r>
            <a:r>
              <a:rPr lang="ja-JP"/>
              <a:t>レベル</a:t>
            </a:r>
            <a:endParaRPr/>
          </a:p>
          <a:p>
            <a:pPr lvl="3">
              <a:defRPr/>
            </a:pPr>
            <a:r>
              <a:rPr lang="ja-JP"/>
              <a:t>第 </a:t>
            </a:r>
            <a:r>
              <a:rPr lang="en-US"/>
              <a:t>4 </a:t>
            </a:r>
            <a:r>
              <a:rPr lang="ja-JP"/>
              <a:t>レベル</a:t>
            </a:r>
            <a:endParaRPr/>
          </a:p>
          <a:p>
            <a:pPr lvl="4">
              <a:defRPr/>
            </a:pPr>
            <a:r>
              <a:rPr lang="ja-JP"/>
              <a:t>第 </a:t>
            </a:r>
            <a:r>
              <a:rPr lang="en-US"/>
              <a:t>5 </a:t>
            </a:r>
            <a:r>
              <a:rPr lang="ja-JP"/>
              <a:t>レベル</a:t>
            </a:r>
            <a:endParaRPr/>
          </a:p>
        </p:txBody>
      </p:sp>
      <p:sp>
        <p:nvSpPr>
          <p:cNvPr id="321862446" name="日付プレースホルダー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5709AEF-8D79-4C23-98A1-226F8F333B59}" type="datetimeFigureOut">
              <a:rPr lang="ja-JP"/>
              <a:t>2020/7/26</a:t>
            </a:fld>
            <a:endParaRPr lang="ja-JP"/>
          </a:p>
        </p:txBody>
      </p:sp>
      <p:sp>
        <p:nvSpPr>
          <p:cNvPr id="1213325528" name="フッター プレースホルダー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775892041" name="スライド番号プレースホルダー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0B5949A-5E4A-4BF3-87CD-B98356047C46}" type="slidenum">
              <a:rPr lang="ja-JP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80188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5837" y="542924"/>
            <a:ext cx="10220324" cy="5772150"/>
          </a:xfrm>
          <a:prstGeom prst="rect">
            <a:avLst/>
          </a:prstGeom>
        </p:spPr>
      </p:pic>
      <p:sp>
        <p:nvSpPr>
          <p:cNvPr id="19646696" name=""/>
          <p:cNvSpPr txBox="1"/>
          <p:nvPr/>
        </p:nvSpPr>
        <p:spPr bwMode="auto">
          <a:xfrm rot="0" flipH="0" flipV="0">
            <a:off x="8795427" y="2991654"/>
            <a:ext cx="2698190" cy="36612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  <a:prstDash val="solid"/>
          </a:ln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u="sng">
                <a:solidFill>
                  <a:srgbClr val="FF0000"/>
                </a:solidFill>
                <a:latin typeface="Noto Sans JP"/>
                <a:ea typeface="Noto Sans JP"/>
                <a:cs typeface="Noto Sans JP"/>
              </a:rPr>
              <a:t>①このボタンをクリック</a:t>
            </a:r>
            <a:endParaRPr u="sng">
              <a:solidFill>
                <a:srgbClr val="FF0000"/>
              </a:solidFill>
              <a:latin typeface="Noto Sans JP"/>
              <a:cs typeface="Noto Sans JP"/>
            </a:endParaRPr>
          </a:p>
        </p:txBody>
      </p:sp>
      <p:sp>
        <p:nvSpPr>
          <p:cNvPr id="1659791172" name=""/>
          <p:cNvSpPr txBox="1"/>
          <p:nvPr/>
        </p:nvSpPr>
        <p:spPr bwMode="auto">
          <a:xfrm rot="0" flipH="0" flipV="0">
            <a:off x="5264404" y="3707504"/>
            <a:ext cx="3155388" cy="36612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  <a:prstDash val="solid"/>
          </a:ln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u="sng">
                <a:solidFill>
                  <a:srgbClr val="FF0000"/>
                </a:solidFill>
                <a:latin typeface="Noto Sans JP"/>
                <a:ea typeface="Noto Sans JP"/>
                <a:cs typeface="Noto Sans JP"/>
              </a:rPr>
              <a:t>②許可を求められるので許可</a:t>
            </a:r>
            <a:endParaRPr u="sng">
              <a:solidFill>
                <a:srgbClr val="FF0000"/>
              </a:solidFill>
              <a:latin typeface="Noto Sans JP"/>
              <a:cs typeface="Noto Sans JP"/>
            </a:endParaRPr>
          </a:p>
        </p:txBody>
      </p:sp>
      <p:cxnSp>
        <p:nvCxnSpPr>
          <p:cNvPr id="1040353130" name=""/>
          <p:cNvCxnSpPr/>
          <p:nvPr/>
        </p:nvCxnSpPr>
        <p:spPr bwMode="auto">
          <a:xfrm flipH="0" flipV="1">
            <a:off x="10177845" y="1260230"/>
            <a:ext cx="520211" cy="171450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2218227" name=""/>
          <p:cNvCxnSpPr/>
          <p:nvPr/>
        </p:nvCxnSpPr>
        <p:spPr bwMode="auto">
          <a:xfrm flipH="0" flipV="1">
            <a:off x="6842099" y="2527788"/>
            <a:ext cx="1071727" cy="1179716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15731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1074" y="547687"/>
            <a:ext cx="10229850" cy="5762624"/>
          </a:xfrm>
          <a:prstGeom prst="rect">
            <a:avLst/>
          </a:prstGeom>
        </p:spPr>
      </p:pic>
      <p:sp>
        <p:nvSpPr>
          <p:cNvPr id="10283611" name=""/>
          <p:cNvSpPr txBox="1"/>
          <p:nvPr/>
        </p:nvSpPr>
        <p:spPr bwMode="auto">
          <a:xfrm rot="0" flipH="0" flipV="0">
            <a:off x="8795426" y="2991654"/>
            <a:ext cx="2698190" cy="36612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  <a:prstDash val="solid"/>
          </a:ln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u="sng">
                <a:solidFill>
                  <a:srgbClr val="FF0000"/>
                </a:solidFill>
                <a:latin typeface="Noto Sans JP"/>
                <a:ea typeface="Noto Sans JP"/>
                <a:cs typeface="Noto Sans JP"/>
              </a:rPr>
              <a:t>③接続できていれば緑に</a:t>
            </a:r>
            <a:endParaRPr u="sng">
              <a:solidFill>
                <a:srgbClr val="FF0000"/>
              </a:solidFill>
              <a:latin typeface="Noto Sans JP"/>
              <a:cs typeface="Noto Sans JP"/>
            </a:endParaRPr>
          </a:p>
        </p:txBody>
      </p:sp>
      <p:sp>
        <p:nvSpPr>
          <p:cNvPr id="22266202" name=""/>
          <p:cNvSpPr txBox="1"/>
          <p:nvPr/>
        </p:nvSpPr>
        <p:spPr bwMode="auto">
          <a:xfrm rot="0" flipH="0" flipV="0">
            <a:off x="1278557" y="2791669"/>
            <a:ext cx="4069784" cy="36612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  <a:prstDash val="solid"/>
          </a:ln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u="sng">
                <a:solidFill>
                  <a:srgbClr val="FF0000"/>
                </a:solidFill>
                <a:latin typeface="Noto Sans JP"/>
                <a:ea typeface="Noto Sans JP"/>
                <a:cs typeface="Noto Sans JP"/>
              </a:rPr>
              <a:t>④コードを書いたらこのボタンで実行</a:t>
            </a:r>
            <a:endParaRPr u="sng">
              <a:solidFill>
                <a:srgbClr val="FF0000"/>
              </a:solidFill>
              <a:latin typeface="Noto Sans JP"/>
              <a:cs typeface="Noto Sans JP"/>
            </a:endParaRPr>
          </a:p>
        </p:txBody>
      </p:sp>
      <p:cxnSp>
        <p:nvCxnSpPr>
          <p:cNvPr id="2040972798" name=""/>
          <p:cNvCxnSpPr/>
          <p:nvPr/>
        </p:nvCxnSpPr>
        <p:spPr bwMode="auto">
          <a:xfrm flipH="0" flipV="1">
            <a:off x="10177845" y="1260229"/>
            <a:ext cx="520210" cy="171450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894527" name=""/>
          <p:cNvCxnSpPr>
            <a:stCxn id="22266202" idx="0"/>
          </p:cNvCxnSpPr>
          <p:nvPr/>
        </p:nvCxnSpPr>
        <p:spPr bwMode="auto">
          <a:xfrm rot="16199999" flipH="0" flipV="0">
            <a:off x="2135492" y="2062584"/>
            <a:ext cx="1458169" cy="0"/>
          </a:xfrm>
          <a:prstGeom prst="line">
            <a:avLst/>
          </a:prstGeom>
          <a:ln w="57150" cap="flat" cmpd="sng" algn="ctr">
            <a:solidFill>
              <a:srgbClr val="FF000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4291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3514164" y="0"/>
            <a:ext cx="5163670" cy="6858000"/>
          </a:xfrm>
          <a:prstGeom prst="rect">
            <a:avLst/>
          </a:prstGeom>
        </p:spPr>
      </p:pic>
      <p:sp>
        <p:nvSpPr>
          <p:cNvPr id="810971427" name=""/>
          <p:cNvSpPr/>
          <p:nvPr/>
        </p:nvSpPr>
        <p:spPr bwMode="auto">
          <a:xfrm rot="0" flipH="0" flipV="0">
            <a:off x="4676795" y="2138795"/>
            <a:ext cx="3948545" cy="112568"/>
          </a:xfrm>
          <a:prstGeom prst="rect">
            <a:avLst/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0130314" name=""/>
          <p:cNvSpPr/>
          <p:nvPr/>
        </p:nvSpPr>
        <p:spPr bwMode="auto">
          <a:xfrm rot="0" flipH="0" flipV="0">
            <a:off x="4676795" y="2291194"/>
            <a:ext cx="3948544" cy="112567"/>
          </a:xfrm>
          <a:prstGeom prst="rect">
            <a:avLst/>
          </a:prstGeom>
          <a:solidFill>
            <a:srgbClr val="FF00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417148" name=""/>
          <p:cNvSpPr/>
          <p:nvPr/>
        </p:nvSpPr>
        <p:spPr bwMode="auto">
          <a:xfrm rot="5400000" flipH="0" flipV="0">
            <a:off x="8196666" y="2931534"/>
            <a:ext cx="691861" cy="112567"/>
          </a:xfrm>
          <a:prstGeom prst="rect">
            <a:avLst/>
          </a:prstGeom>
          <a:solidFill>
            <a:schemeClr val="accent6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659382" name=""/>
          <p:cNvSpPr/>
          <p:nvPr/>
        </p:nvSpPr>
        <p:spPr bwMode="auto">
          <a:xfrm rot="5400000" flipH="0" flipV="0">
            <a:off x="8196667" y="3913970"/>
            <a:ext cx="691860" cy="112567"/>
          </a:xfrm>
          <a:prstGeom prst="rect">
            <a:avLst/>
          </a:prstGeom>
          <a:solidFill>
            <a:schemeClr val="accent6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modified xsi:type="dcterms:W3CDTF">2026-06-09T07:14:45Z</dcterms:modified>
</cp:coreProperties>
</file>